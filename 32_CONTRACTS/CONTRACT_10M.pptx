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$10,000,000 — Api-Oss-Integrati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Enterprise | Scope:* 36-month enterprise + white-label rights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Api-Oss-Integrations-Github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36-month enterprise + white-label rights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$10,000,000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Strategic anchor + white-label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