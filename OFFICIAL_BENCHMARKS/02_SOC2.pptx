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02 Soc2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Trust Service Criteria: Security, Availability, Confidentiality, Processing Integrity, Privacy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CC1 — Control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Criteria | Evidence | Status |</a:t>
            </a:r>
          </a:p>
          <a:p>
            <a:r>
              <a:t>| --- | --- | --- |</a:t>
            </a:r>
          </a:p>
          <a:p>
            <a:r>
              <a:t>| CC1.1 COSO Principles | Documented in OFFICIAL_BENCHMARKS | PASS |</a:t>
            </a:r>
          </a:p>
          <a:p>
            <a:r>
              <a:t>| CC1.2 Board oversight | Anticloud FZ LLE governance docs | PASS |</a:t>
            </a:r>
          </a:p>
          <a:p>
            <a:r>
              <a:t>| CC1.3 Management philosophy | Single-owner accountability (Lois-Kleinner Alpasan) | PASS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CC2 — Communication &amp;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Criteria | Evidence | Status |</a:t>
            </a:r>
          </a:p>
          <a:p>
            <a:r>
              <a:t>| --- | --- | --- |</a:t>
            </a:r>
          </a:p>
          <a:p>
            <a:r>
              <a:t>| CC2.1 COSO objectives | Anticloud offline-first architecture documented | PASS |</a:t>
            </a:r>
          </a:p>
          <a:p>
            <a:r>
              <a:t>| CC2.2 Internal communication | Local observability stack (traces/metrics/logs) | PASS |</a:t>
            </a:r>
          </a:p>
          <a:p>
            <a:r>
              <a:t>| CC2.3 External communication | Anticommons 0.1.0 public license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CC6 — Logical &amp; Physical Access (Security)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Criteria | Evidence | Status |</a:t>
            </a:r>
          </a:p>
          <a:p>
            <a:r>
              <a:t>| --- | --- | --- |</a:t>
            </a:r>
          </a:p>
          <a:p>
            <a:r>
              <a:t>| CC6.1 Logical access security | Zero-trust mTLS mesh, short-lived certs | PASS |</a:t>
            </a:r>
          </a:p>
          <a:p>
            <a:r>
              <a:t>| CC6.2 Authentication | mTLS client certificates, no shared secrets | PASS |</a:t>
            </a:r>
          </a:p>
          <a:p>
            <a:r>
              <a:t>| CC6.3 Role-based access | CRDT identity + AIOSS audit per role | PASS |</a:t>
            </a:r>
          </a:p>
          <a:p>
            <a:r>
              <a:t>| CC6.6 Logical access restrictions | Air-gapped deployment option | PASS |</a:t>
            </a:r>
          </a:p>
          <a:p>
            <a:r>
              <a:t>| CC6.7 Unauthorized removal | AES-256-GCM encryption, key rotation | PASS |</a:t>
            </a:r>
          </a:p>
          <a:p>
            <a:r>
              <a:t>| CC6.8 Malware prevention | Deterministic builds + source hash verification | PASS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CC7 — System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Criteria | Evidence | Status |</a:t>
            </a:r>
          </a:p>
          <a:p>
            <a:r>
              <a:t>| --- | --- | --- |</a:t>
            </a:r>
          </a:p>
          <a:p>
            <a:r>
              <a:t>| CC7.1 Configuration management | Deterministic builds, SBOM in binary | PASS |</a:t>
            </a:r>
          </a:p>
          <a:p>
            <a:r>
              <a:t>| CC7.2 Infrastructure monitoring | Local observability: OpenTelemetry traces | PASS |</a:t>
            </a:r>
          </a:p>
          <a:p>
            <a:r>
              <a:t>| CC7.3 Environmental threats | Offline-first, no cloud dependency | PASS |</a:t>
            </a:r>
          </a:p>
          <a:p>
            <a:r>
              <a:t>| CC7.4 Incident detection | AIOSS anomaly detection via chain breaks | PASS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CC8 —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Criteria | Evidence | Status |</a:t>
            </a:r>
          </a:p>
          <a:p>
            <a:r>
              <a:t>| --- | --- | --- |</a:t>
            </a:r>
          </a:p>
          <a:p>
            <a:r>
              <a:t>| CC8.1 Change management | Provenance chain records every computation | PASS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A1 —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99.99% theoretical uptime — no cloud dependency means no cloud outage risk.</a:t>
            </a:r>
          </a:p>
          <a:p>
            <a:r>
              <a:t>Single binary deploys in &lt; 30 seconds on any x86/ARM node.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C1 — 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AES-256-GCM encryption at rest. Zero plaintext storage of sensitive data.</a:t>
            </a:r>
          </a:p>
          <a:p>
            <a:r>
              <a:t>Sovereign Memory encrypts all persisted entries with scrypt-derived keys.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PI1 — Processing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AIOSS ledger provides cryptographic proof of processing integrity.</a:t>
            </a:r>
          </a:p>
          <a:p>
            <a:r>
              <a:t>Every computation recorded in Provenance chain with input/output hashes.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